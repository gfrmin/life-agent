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Test fixture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one</a:t>
            </a:r>
          </a:p>
          <a:p>
            <a:pPr lvl="0"/>
            <a:r>
              <a:rPr/>
              <a:t>Bullet two</a:t>
            </a:r>
          </a:p>
          <a:p>
            <a:pPr lvl="0"/>
            <a:r>
              <a:rPr/>
              <a:t>Bullet three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short paragraph on the second slide describing the topic.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creator>Test fixture</dc:creator>
  <cp:keywords/>
  <dcterms:created xsi:type="dcterms:W3CDTF">2026-04-20T12:55:02Z</dcterms:created>
  <dcterms:modified xsi:type="dcterms:W3CDTF">2026-04-20T12:55:02Z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